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7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69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8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9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33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41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28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3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4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4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FA2D3-5625-4B3D-A8E5-6E88385FFD6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14013-18F5-4BD3-BB3E-5E5D276BD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7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1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786</dc:creator>
  <cp:lastModifiedBy>786</cp:lastModifiedBy>
  <cp:revision>1</cp:revision>
  <dcterms:created xsi:type="dcterms:W3CDTF">2025-10-22T11:14:01Z</dcterms:created>
  <dcterms:modified xsi:type="dcterms:W3CDTF">2025-10-22T11:14:17Z</dcterms:modified>
</cp:coreProperties>
</file>